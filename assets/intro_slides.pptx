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E8C26-5AE6-7FD6-8821-C10043E1E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0D0911-0B76-D271-3C05-F0C0765E5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C0744B-B429-2CCE-F635-C033A2E1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1C3602-A577-866F-4F9A-91CE6F71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105AF4-1B9D-A40A-01AE-F0D510E1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65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CBC063-880E-02D7-E397-CFBBE23E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5B6B19-7E53-40D9-2589-2AF923C55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BD6F63-A46F-4894-4D16-6C7D53DE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C0BF5-4508-49CF-5646-4BB94174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F445F6-AF80-0981-6DA7-038E1424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450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A6BCF1-BEB1-DCF9-222E-2E55E794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C59E9A-FF28-B6D0-4835-26FC87E21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5B67D8-FB9F-FFAC-91C2-D0A616F2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F4BD5E-0F2F-8FCF-C0DF-5DD68AD0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E3D298-DC6C-7D03-822D-F1950EC0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77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FD892-95E0-4A2F-CB32-6747B662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DEF68C-5450-5CB3-BD80-CC73CF021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2402275-BD1F-9AF2-59FD-3E010BD12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69F4A8-4265-B4E8-8680-F0C31C6C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991480-D717-B76F-81FC-4F2A229DC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FC8851-F642-D290-4875-311C8C17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09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B6726D-753F-7853-D047-6DD4E4C2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BFAF90-269B-8E4F-DE0C-172089C49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620BDB-97C3-714A-5254-60C08DD36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662B100-FC14-3171-A638-A78875F05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122CAA1-489C-BCDB-45E3-5CDACCEBD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614A12-5188-C2FF-1A71-FB3E5C51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007A06-3BCD-14E2-500B-55E7444C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AC70337-3595-85E9-C9F6-17D9CB44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68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9A9C80-0620-7797-7950-DA410B5D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A705D9-883D-11A9-6453-5243B819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F969BC-1339-5D48-FA94-E0504D5B4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209DE59-AEAB-F21C-8E45-1E13E712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37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875E8FC-B2E0-9E69-5B9D-113AB849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C6F915D-5FE8-6CB5-6F20-1822ACBD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61E856-1546-062C-5DCC-5F1FC0A6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812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F58EF-0092-67B0-78EC-5E379BFD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8644D4-4982-D199-5FB0-E2A21492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CD627C-DA6F-5BE0-133A-103F8F652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00294D-FCE3-ADD4-10D1-8068BB30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8109B9-CF13-437B-E5B8-6B13C97F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58765B-DC9B-BD7B-6EB2-8148F54C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24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73FE49-628D-46D2-707E-B37A6DD4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FFA2D7F-CEBE-D0F3-8022-E8E580115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9152BA-E1FD-D68D-8AE4-FEB0C1195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A38B7E-65FD-8081-5000-51389F1D3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EAF5DF-BAE3-6148-D673-02854829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9913C6-FCD7-BD71-9E36-2E07DFDF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60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1F61C7-7CDC-41C3-4FEC-0B667FF7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4BCAF8-785B-13A8-7325-822D1AB42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0DC48C-4299-6EC3-DDDA-F9EE5122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78846A-0812-DF98-F977-4952DC40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01DD30-4A95-EBB0-53A8-9B9303B7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20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9F956F-8FE5-F1DE-E09C-004474725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3122A5-9949-D560-4D57-5CEF429B8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92F015-7FFC-D9B3-EFB7-0F2BD1AA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EE1192-30EB-5351-CBC0-81CD4C85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DBEA54-C501-CAEE-D8C4-C809DB27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30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3346E0F-DEE6-7B12-32F4-8EAA7EEC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FCAF8A-4A3A-C21A-A031-C4785085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92C5F8-960B-EB05-DF49-016E153F8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39819-92AA-4790-90F9-8A3795128497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2BAF7D-32E4-3851-AF98-154CC863F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B05193-5EE8-DBAB-5E5E-5D1ED36AC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2CD39-91C2-4C7A-935E-E6924BF6E4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764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68161EE-A55F-9816-E1F5-B4C3264D2AAF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你覺得，「學習」應該是什麼樣子？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B33888-1A67-4B25-5804-DEDE7EEE3314}"/>
              </a:ext>
            </a:extLst>
          </p:cNvPr>
          <p:cNvSpPr txBox="1"/>
          <p:nvPr/>
        </p:nvSpPr>
        <p:spPr>
          <a:xfrm>
            <a:off x="1270000" y="1778000"/>
            <a:ext cx="9652000" cy="2508379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 b="1">
                <a:solidFill>
                  <a:srgbClr val="DCA842"/>
                </a:solidFill>
                <a:latin typeface="微軟正黑體" panose="020B0604030504040204" pitchFamily="34" charset="-120"/>
              </a:rPr>
              <a:t>✦ 坐在書桌前，安靜把功課寫完？
✦ 公式背起來，題目算得快又準？
✦ 考卷發下來，分數讓大人鬆一口氣？
很多家長想到學習，腦中大概都會出現這樣的畫面：
孩子坐在書桌前，作業攤開。大人在一旁提醒：「寫完再休息」、「不要分心」。
孩子看著題目，看很久。問他哪裡不會，他又說不出來。
最後變成大人越來越急，孩子越來越安靜。
我最想陪孩子看的，是這份「安靜」背後的東西。</a:t>
            </a:r>
          </a:p>
        </p:txBody>
      </p:sp>
    </p:spTree>
    <p:extLst>
      <p:ext uri="{BB962C8B-B14F-4D97-AF65-F5344CB8AC3E}">
        <p14:creationId xmlns:p14="http://schemas.microsoft.com/office/powerpoint/2010/main" val="3450347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29B4A8C-09DB-ECAA-6EFE-27A504DBE725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孩子的信心，不能只等考完才出現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F1CF3D3-12AE-11FB-F70A-5E1564038C6A}"/>
              </a:ext>
            </a:extLst>
          </p:cNvPr>
          <p:cNvSpPr txBox="1"/>
          <p:nvPr/>
        </p:nvSpPr>
        <p:spPr>
          <a:xfrm>
            <a:off x="1270000" y="1778000"/>
            <a:ext cx="9652000" cy="3431709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pPr algn="ctr"/>
            <a:r>
              <a:rPr lang="zh-TW" altLang="en-US" sz="2000" b="1">
                <a:solidFill>
                  <a:srgbClr val="2A4449"/>
                </a:solidFill>
                <a:latin typeface="微軟正黑體" panose="020B0604030504040204" pitchFamily="34" charset="-120"/>
              </a:rPr>
              <a:t>開始  ➔  過程  ➔  測驗  ➔  成績
以前我也覺得，讀書辛苦一點沒關係，忍一下，考好後孩子自然就有信心了。
可是教久了會發現，事情常常沒有這麼順：有些孩子很努力但成績依舊起伏；有些考好了，下一次一掉下來，整個人又縮回去。
如果孩子每次都要等到分數出來，才知道自己值不值得相信，那條路會走得很辛苦。
學習的過程，需要有小小的成就感：
「這句我看不懂，現在看懂一行了。」
「雖然還沒算完，但我知道第一步要做什麼。」
那些地方很小，但孩子會記得很深。</a:t>
            </a:r>
          </a:p>
        </p:txBody>
      </p:sp>
    </p:spTree>
    <p:extLst>
      <p:ext uri="{BB962C8B-B14F-4D97-AF65-F5344CB8AC3E}">
        <p14:creationId xmlns:p14="http://schemas.microsoft.com/office/powerpoint/2010/main" val="135755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060320C-EDB4-CD47-E531-FE48F2C912D1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孩子懂了的那一刻，其實看得出來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F44CE62-FCE8-6E7F-6B11-87C619711900}"/>
              </a:ext>
            </a:extLst>
          </p:cNvPr>
          <p:cNvSpPr txBox="1"/>
          <p:nvPr/>
        </p:nvSpPr>
        <p:spPr>
          <a:xfrm>
            <a:off x="1270000" y="1778000"/>
            <a:ext cx="9652000" cy="2262158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有時候孩子卡在一道題目很久，會說：「我看不懂、你直接講啦、我真的不會。」
直接講答案很快，但我通常會停一下，問他：
「你覺得題目在講誰？」
「它給了哪幾個數字？」
「你覺得它想問什麼？」
剛開始他答得很碎，甚至會看著我等我接下去。但只要他願意講出一點點，後面就有機會。
我最常看到的畫面是：孩子本來眉頭皺著，突然停一下，然後說：「喔！所以它是這樣喔？」
那個瞬間不大，也沒有戲劇性，但我知道他接上了。</a:t>
            </a:r>
          </a:p>
        </p:txBody>
      </p:sp>
    </p:spTree>
    <p:extLst>
      <p:ext uri="{BB962C8B-B14F-4D97-AF65-F5344CB8AC3E}">
        <p14:creationId xmlns:p14="http://schemas.microsoft.com/office/powerpoint/2010/main" val="2116238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09E6C09-D91F-C9CB-67F8-3E3CD71FBDC6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很多孩子後來不問了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2614A3-F929-1689-2F1F-9A09CC32E3DC}"/>
              </a:ext>
            </a:extLst>
          </p:cNvPr>
          <p:cNvSpPr txBox="1"/>
          <p:nvPr/>
        </p:nvSpPr>
        <p:spPr>
          <a:xfrm>
            <a:off x="1270000" y="1778000"/>
            <a:ext cx="9652000" cy="2015936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小一點的孩子很會問：「為什麼？」、「我可以自己試嗎？」
但到了國小高年級或國中，很多孩子慢慢變安靜。
問他哪裡不會，他說：「不知道、全部、反正我數學很爛。」
這種話聽了容易火大，但在現場看久了，我比較不會急著當成態度問題。
有些孩子講這些話，是先把自己藏起來：
反正我先說我爛，你就不要再期待我；我先說我不會，等一下錯了也沒那麼丟臉。
孩子有時候不是不想學，他是已經不知道怎麼開始了。</a:t>
            </a:r>
          </a:p>
        </p:txBody>
      </p:sp>
    </p:spTree>
    <p:extLst>
      <p:ext uri="{BB962C8B-B14F-4D97-AF65-F5344CB8AC3E}">
        <p14:creationId xmlns:p14="http://schemas.microsoft.com/office/powerpoint/2010/main" val="734926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DEB353D-1FC7-D74A-2DE7-7ADE823DC645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en-US" altLang="zh-TW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可以幫忙，但學習還是要回到孩子身上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D56DC3B-C307-B3DD-6461-6F5B924C4AEE}"/>
              </a:ext>
            </a:extLst>
          </p:cNvPr>
          <p:cNvSpPr txBox="1"/>
          <p:nvPr/>
        </p:nvSpPr>
        <p:spPr>
          <a:xfrm>
            <a:off x="1270000" y="1778000"/>
            <a:ext cx="9652000" cy="2262158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現在有了 </a:t>
            </a:r>
            <a:r>
              <a:rPr lang="en-US" altLang="zh-TW" sz="1600">
                <a:solidFill>
                  <a:srgbClr val="2C3D4D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這個工具，很多事情變得不一樣。
孩子可以問很多次、叫它換說法、把題目拆小一點，也可以在敢問老師前先向 </a:t>
            </a:r>
            <a:r>
              <a:rPr lang="en-US" altLang="zh-TW" sz="1600">
                <a:solidFill>
                  <a:srgbClr val="2C3D4D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開口。
但 </a:t>
            </a:r>
            <a:r>
              <a:rPr lang="en-US" altLang="zh-TW" sz="1600">
                <a:solidFill>
                  <a:srgbClr val="2C3D4D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不能替孩子感覺到：「我剛剛有想出一點東西」、「原來我不是整題都不會」、「我下次可以再試一次」。
這些感覺，還是要在孩子自己身上發生。
它比較像一個不會嫌他煩的工具。真正要看的，是孩子怎麼問、怎麼想，怎麼從「我不會」裡面慢慢找出一點點線索。</a:t>
            </a:r>
          </a:p>
        </p:txBody>
      </p:sp>
    </p:spTree>
    <p:extLst>
      <p:ext uri="{BB962C8B-B14F-4D97-AF65-F5344CB8AC3E}">
        <p14:creationId xmlns:p14="http://schemas.microsoft.com/office/powerpoint/2010/main" val="2286808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3E07864-AC82-2FA6-27AA-79ECA98D1418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學校老師很努力，只是班級裡真的有很多限制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C0BA75E-9B98-09D9-D3DE-B47EEBD1E0F5}"/>
              </a:ext>
            </a:extLst>
          </p:cNvPr>
          <p:cNvSpPr txBox="1"/>
          <p:nvPr/>
        </p:nvSpPr>
        <p:spPr>
          <a:xfrm>
            <a:off x="1270000" y="1778000"/>
            <a:ext cx="9652000" cy="1769715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一個班三十個孩子，每個人速度都不一樣。有人聽一次就懂，有人需要畫圖，有人要自己講過一遍才會，有人連舉手問問題都要想很久。
老師要顧進度、秩序、考試與情緒，這不是一句「老師多用心」就能解決的，現場限制就擺在那裡。
所以我想，有沒有可能把一些反覆練習、反覆提問的部分，先交給工具幫忙？
讓孩子可以慢慢問、慢慢試。而陪伴者就能多看一點：
「他到底卡在哪一句？是哪個概念沒接上？還是他其實會，只是不敢講？」</a:t>
            </a:r>
          </a:p>
        </p:txBody>
      </p:sp>
    </p:spTree>
    <p:extLst>
      <p:ext uri="{BB962C8B-B14F-4D97-AF65-F5344CB8AC3E}">
        <p14:creationId xmlns:p14="http://schemas.microsoft.com/office/powerpoint/2010/main" val="4248904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827F907-8543-FA63-A7CF-2EFCA465EDEF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一寫功課就吵，常常不是那一題的問題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AAB7D18-C407-88B3-2F90-0909EAFC0425}"/>
              </a:ext>
            </a:extLst>
          </p:cNvPr>
          <p:cNvSpPr txBox="1"/>
          <p:nvPr/>
        </p:nvSpPr>
        <p:spPr>
          <a:xfrm>
            <a:off x="1270000" y="1778000"/>
            <a:ext cx="9652000" cy="2262158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 b="1">
                <a:solidFill>
                  <a:srgbClr val="DCA842"/>
                </a:solidFill>
                <a:latin typeface="微軟正黑體" panose="020B0604030504040204" pitchFamily="34" charset="-120"/>
              </a:rPr>
              <a:t>明明只是想陪寫功課，本來想好好講，結果沒幾分鐘就變調。孩子開始沉默，大人開始大聲，兩邊都很挫折。
我比較在意孩子當下少了什麼：
✦ 自主感：讓孩子練習自己問問題，不只是等待講解，而是主動把疑惑說出來。
✦ 勝任感：讓孩子看見自己已經會的一小段，知道自己不是亂猜，而是真的做對了些什麼。
✦ 歸屬感：在他快要逃走時有人先穩住，陪他一起看哪裡過不去，讓他覺得大人在自己身邊。
這三件事少掉以後，講再多道理，常常都進不去。</a:t>
            </a:r>
          </a:p>
        </p:txBody>
      </p:sp>
    </p:spTree>
    <p:extLst>
      <p:ext uri="{BB962C8B-B14F-4D97-AF65-F5344CB8AC3E}">
        <p14:creationId xmlns:p14="http://schemas.microsoft.com/office/powerpoint/2010/main" val="167986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6F26486-28E0-3898-A63E-C0D5830E60A1}"/>
              </a:ext>
            </a:extLst>
          </p:cNvPr>
          <p:cNvSpPr txBox="1"/>
          <p:nvPr/>
        </p:nvSpPr>
        <p:spPr>
          <a:xfrm>
            <a:off x="1016000" y="635000"/>
            <a:ext cx="10160000" cy="43088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2A4449"/>
                </a:solidFill>
                <a:latin typeface="微軟正黑體" panose="020B0604030504040204" pitchFamily="34" charset="-120"/>
              </a:rPr>
              <a:t>把「我不會」拆開來看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F5631EE-9860-D63F-3655-CDECC8A647B6}"/>
              </a:ext>
            </a:extLst>
          </p:cNvPr>
          <p:cNvSpPr txBox="1"/>
          <p:nvPr/>
        </p:nvSpPr>
        <p:spPr>
          <a:xfrm>
            <a:off x="1270000" y="1778000"/>
            <a:ext cx="9652000" cy="1769715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r>
              <a:rPr lang="zh-TW" altLang="en-US" sz="1600">
                <a:solidFill>
                  <a:srgbClr val="2C3D4D"/>
                </a:solidFill>
                <a:latin typeface="微軟正黑體" panose="020B0604030504040204" pitchFamily="34" charset="-120"/>
              </a:rPr>
              <a:t>心理學有個概念叫「習得性無助」。一個人如果試了很多次都覺得沒用，後來就可能不想再試。
裝作沒差，嘴上說「反正我數學就爛啊、老師你直接給答案」，其實是想把門關起來，保護自己不被看見不會。
所以我想做的，是陪孩子把門打開一點點。不用一下子很有信心，先從看懂一題、看懂一句話開始。
陪伴不是急著罵他，也不急著稱讚，更不急著把觀念倒給他。
只是陪他把「我不會」拆開來看。看見他卡在哪個句子，這才有辦法往下走。</a:t>
            </a:r>
          </a:p>
        </p:txBody>
      </p:sp>
    </p:spTree>
    <p:extLst>
      <p:ext uri="{BB962C8B-B14F-4D97-AF65-F5344CB8AC3E}">
        <p14:creationId xmlns:p14="http://schemas.microsoft.com/office/powerpoint/2010/main" val="3828824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>
        <p:blinds/>
      </p:transition>
    </mc:Choice>
    <mc:Fallback>
      <p:transition spd="slow" advTm="8000">
        <p:blinds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</Words>
  <Application>Microsoft Office PowerPoint</Application>
  <PresentationFormat>自訂</PresentationFormat>
  <Paragraphs>16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晟倫 黃</dc:creator>
  <cp:lastModifiedBy>晟倫 黃</cp:lastModifiedBy>
  <cp:revision>1</cp:revision>
  <dcterms:created xsi:type="dcterms:W3CDTF">2026-06-09T14:08:14Z</dcterms:created>
  <dcterms:modified xsi:type="dcterms:W3CDTF">2026-06-09T14:08:14Z</dcterms:modified>
</cp:coreProperties>
</file>